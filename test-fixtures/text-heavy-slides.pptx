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002F8-7C20-4461-BF98-BCD1523662E1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E51504-171E-41BF-9976-F36B93527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694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with a quick demo: rub a balloon on hair.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51504-171E-41BF-9976-F36B9352782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32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Common mistake: students include charges outside the surface. Stress that only enclosed charge counts.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51504-171E-41BF-9976-F36B9352782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01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This table is in the exam every year.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51504-171E-41BF-9976-F36B9352782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359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AFF1D-84CD-4204-B89D-8E4E49CFA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034BF-D518-4436-9478-B5CB5DC5CC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748F5-B1D0-4859-878E-423822020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95CA2-EA2E-4B01-A234-B4CE3FC974F2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036F6-073E-43F9-8F0C-3301C11B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676E8-267A-4311-AB0B-1691C45A8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27CA2-682C-4A38-B50E-266207095E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332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28EE-DE40-488F-B4C1-FB80332D5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7568C-5B1C-415B-8D9E-A3336380B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0F383-95B7-4C15-8914-70455CE2E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95CA2-EA2E-4B01-A234-B4CE3FC974F2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0E6D4-B3EC-4D69-B4E9-B99441855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45936-2E62-4E1A-82BE-5E242454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27CA2-682C-4A38-B50E-266207095E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930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D1DC7-5D88-40EE-9C41-B8B0BAF44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003D2-D9BF-4448-BE08-60AB6D31A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569D9-DD32-4D6B-9D0D-EA4B54655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95CA2-EA2E-4B01-A234-B4CE3FC974F2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3F476-E5FB-42F7-B001-6F8A982A4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96E47-DE88-445B-A31B-0B4CA8356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27CA2-682C-4A38-B50E-266207095E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210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C174D-9839-4CA8-B76A-4F48CD390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740C9-AA85-4039-88A7-75172A51A7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4D06E-32FC-4D89-9089-B0823BB9D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C1F09-DE51-4461-8F49-A8146BB0D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95CA2-EA2E-4B01-A234-B4CE3FC974F2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8D5E7-A2B2-4DB5-A6AD-651D7FF64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5957A-A2E0-4FA8-9C40-87BEFC70A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27CA2-682C-4A38-B50E-266207095E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37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D2CD5-D9E0-4F4D-A455-6CB760613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1A07F-DB23-448E-BC0C-43725A449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A98E2F-5807-4DCA-B674-18F5C3D5BC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F10CBB-9542-4C51-8B13-8DECFFD0F8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65DE0B-917F-44F8-B737-0875E76A55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534096-A2B5-4A7C-A34E-61EBF148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95CA2-EA2E-4B01-A234-B4CE3FC974F2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D63273-86EA-4239-A2C2-D041F1C2E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26B34D-6FBB-465F-B727-0F3734F8B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27CA2-682C-4A38-B50E-266207095E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682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183F5-554D-4373-9F16-6A2DD653E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6B69E3-ED15-4C8C-AA1C-151100762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95CA2-EA2E-4B01-A234-B4CE3FC974F2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D1F428-8F33-47B3-9CC7-F2BD71CBE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493FF3-5202-47C2-A6B6-C902C3AE6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27CA2-682C-4A38-B50E-266207095E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618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96FC68-57C9-424C-895E-F5E6C95B7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95CA2-EA2E-4B01-A234-B4CE3FC974F2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D7975E-98A9-4B4E-91D6-F950E9263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49155-6695-4FB5-8815-E45D9255C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27CA2-682C-4A38-B50E-266207095E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92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2BCE-5814-4DE0-8D65-C26AC3EC9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EF4F8-6292-4CD1-90A5-C2ECA52C4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554F2F-B10E-4063-8E75-8C3C89F2B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BDA720-25CD-4A90-853B-68EE5D52C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95CA2-EA2E-4B01-A234-B4CE3FC974F2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94336-6999-4C38-B7D9-4B95644B1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A8A050-D7CA-493E-9656-E04597135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27CA2-682C-4A38-B50E-266207095E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52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5F1FE-2DAF-4C13-B64F-AA69DB69A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87EB7B-B398-496A-9E2C-26D50097C1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9FBCB2-624F-464C-8F13-8DB97A0D4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E3DC8-CAC0-489A-B85D-FCC8DAD3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95CA2-EA2E-4B01-A234-B4CE3FC974F2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8C461-2C73-4C13-A55E-C5506A7A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ECF37-EE34-4947-8F52-B77C8FE84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27CA2-682C-4A38-B50E-266207095E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919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A6D6-0312-48E2-AC54-6505A51E1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4C86C6-115D-47F6-9BAF-B462C2C34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B2DF6-C287-4269-9E1C-34C5F8136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95CA2-EA2E-4B01-A234-B4CE3FC974F2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D2106-493E-425D-B223-B480BB982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4E3E7-16F4-48E5-81FE-DDD0DE14E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27CA2-682C-4A38-B50E-266207095E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595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D2A011-48B3-4291-A58A-682802DAC7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D0EAEE-D2F7-4FBD-AC49-C5ECD62F7A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30A16-22F8-4388-BFC1-E97FD5DD4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95CA2-EA2E-4B01-A234-B4CE3FC974F2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C49C8-697F-49E7-894F-EBD7DA720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330A8-DB34-4734-9E30-FF09BAFE9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27CA2-682C-4A38-B50E-266207095E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468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39B6D-44F3-4834-9F05-9E736F51D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D2343-C2AC-4971-9C57-0A85F8CD9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0B6FD-A036-41CF-B426-B39148E25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95CA2-EA2E-4B01-A234-B4CE3FC974F2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F546B-453A-4906-BCFB-C2AE9CF6E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87472-DF8A-41B8-81F0-7D5A1BEAC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27CA2-682C-4A38-B50E-266207095E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545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BC657D-1994-495C-A154-F0C9D6168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EF42F-4BCD-406A-8B26-4C72A523C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DB59F-DD84-4055-9ED3-58F45050FF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95CA2-EA2E-4B01-A234-B4CE3FC974F2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654DC-0C58-4283-AB35-FD72BF6154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5A464-875E-43CB-B292-C1D7BF603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27CA2-682C-4A38-B50E-266207095E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641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930AC-9083-4EB5-BF4E-5A17751A28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Unit 2: Electrostatics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9C1E9D-6094-45C1-9C0F-48C319A506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Applied Physics - Semester 1</a:t>
            </a:r>
          </a:p>
        </p:txBody>
      </p:sp>
    </p:spTree>
    <p:extLst>
      <p:ext uri="{BB962C8B-B14F-4D97-AF65-F5344CB8AC3E}">
        <p14:creationId xmlns:p14="http://schemas.microsoft.com/office/powerpoint/2010/main" val="1938524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93E8A-8035-453C-B93F-0936A16A4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Coulomb's law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996D9-BE48-4336-9997-5F6FAC28E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The force between two point charges is F = kq1q2/r²</a:t>
            </a:r>
          </a:p>
          <a:p>
            <a:pPr lvl="1"/>
            <a:r>
              <a:rPr lang="en-GB"/>
              <a:t>It acts along the line joining the charges</a:t>
            </a:r>
          </a:p>
          <a:p>
            <a:pPr lvl="1"/>
            <a:r>
              <a:rPr lang="en-GB"/>
              <a:t>Like charges repel, unlike charges attract</a:t>
            </a:r>
          </a:p>
          <a:p>
            <a:r>
              <a:rPr lang="en-GB"/>
              <a:t>k = 1/(4πε₀) = 8.99 x 10^9 N m²/C²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071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AB777-034F-4E2E-A08B-4BC290CC8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Electric field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A3CA3-7100-4682-9E79-B0EEE441D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E = F/q0 is the force per unit positive test charge</a:t>
            </a:r>
          </a:p>
          <a:p>
            <a:r>
              <a:rPr lang="en-GB"/>
              <a:t>Field of a point charge: E = kq/r², directed radially</a:t>
            </a:r>
          </a:p>
          <a:p>
            <a:r>
              <a:rPr lang="en-GB"/>
              <a:t>Field lines start on + charges and end on - charges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663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A76BF-1BE2-4BCC-8DE0-75670CBAB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Gauss's law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19DD1-B3D9-42B8-92B5-3204FB49D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The electric flux through any closed surface equals Q_enclosed / ε₀</a:t>
            </a:r>
          </a:p>
          <a:p>
            <a:r>
              <a:rPr lang="en-GB"/>
              <a:t>Choose a Gaussian surface where E is constant or perpendicular</a:t>
            </a:r>
          </a:p>
          <a:p>
            <a:pPr lvl="1"/>
            <a:r>
              <a:rPr lang="en-GB"/>
              <a:t>Spherical, cylindrical or planar symmetry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82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FA06D-37F6-47C8-9C5F-D48F00C6D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Fields from Gauss's law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DF6F097-CB12-494E-8317-A7D3BAA40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38474"/>
              </p:ext>
            </p:extLst>
          </p:nvPr>
        </p:nvGraphicFramePr>
        <p:xfrm>
          <a:off x="762000" y="1905000"/>
          <a:ext cx="106680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643095988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561748886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948295901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lang="en-IN"/>
                        <a:t>Charge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Gaussian 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Field 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32335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IN"/>
                        <a:t>Point 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Sphere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kQ/r²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88731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IN"/>
                        <a:t>Infinite 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Cylinder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/>
                        <a:t>λ/(2πε₀ </a:t>
                      </a:r>
                      <a:r>
                        <a:rPr lang="en-IN"/>
                        <a:t>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36046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IN"/>
                        <a:t>Infinite sheet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Pillbox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/>
                        <a:t>σ/(2ε₀)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326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1233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DE1FD-E21F-40F2-85DD-E7C02FEBE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Old draft slide (hidden)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11AD0-D390-4BC0-9E33-361BA4E56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This slide is hidden and should not be read.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162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ADA0D-2D62-478A-B9A4-9449ED195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CF73A-CB5C-4FBC-AB43-32A905424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Coulomb's law gives the force between point charges</a:t>
            </a:r>
          </a:p>
          <a:p>
            <a:r>
              <a:rPr lang="en-GB"/>
              <a:t>Gauss's law is easiest with symmetry</a:t>
            </a:r>
          </a:p>
          <a:p>
            <a:r>
              <a:rPr lang="en-GB"/>
              <a:t>Revise the table of fields before the exam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022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</Words>
  <Application>Microsoft Office PowerPoint</Application>
  <PresentationFormat>Widescreen</PresentationFormat>
  <Paragraphs>40</Paragraphs>
  <Slides>7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Unit 2: Electrostatics</vt:lpstr>
      <vt:lpstr>Coulomb's law</vt:lpstr>
      <vt:lpstr>Electric field</vt:lpstr>
      <vt:lpstr>Gauss's law</vt:lpstr>
      <vt:lpstr>Fields from Gauss's law</vt:lpstr>
      <vt:lpstr>Old draft slide (hidden)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2: Electrostatics</dc:title>
  <dc:creator>sneha lalwani</dc:creator>
  <cp:lastModifiedBy>sneha lalwani</cp:lastModifiedBy>
  <cp:revision>1</cp:revision>
  <dcterms:created xsi:type="dcterms:W3CDTF">2026-10-03T19:47:14Z</dcterms:created>
  <dcterms:modified xsi:type="dcterms:W3CDTF">2026-10-03T19:47:14Z</dcterms:modified>
</cp:coreProperties>
</file>