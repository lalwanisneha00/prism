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CCC8-124E-4419-BC89-B6CA95A78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5CF61-F65C-44C3-A072-24684506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C4E61-51BD-4960-97BA-C9821C688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FFE30-6C4A-4B74-9E2A-68C93208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8F2FC-401F-4E8D-A3DC-9E8C0A98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09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5D76-EB7D-492B-8AEE-3FB91662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32599-CB80-4656-9255-2CC7575D1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0AA42-CEDE-4A09-AF5B-95CE118B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6F737-A0FB-478B-A185-42854571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2AA33-9A2D-4514-93D5-A67D7FD8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15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2092-6E6B-44BE-9D32-4D8A7511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1FC3C-1F81-4E72-A8C7-E303602C2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D4B-EA37-486D-96DC-8986C0B6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68546-7ED0-4548-A07F-6F3BDA35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0361C-49B5-4F38-836A-5B87EA7B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3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0409-052F-4870-B88D-1E5C50D5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919DF-B442-4543-877A-5C9164F6D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5821D-7FC4-49EF-9088-59D6E7777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75066-C1E8-4B98-AD43-84E6F026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03AE1-8CED-4196-AE82-E5E157BD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38F54-CC7B-466E-A94A-3483B3BE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77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062F-C77E-4616-BEC6-7776F8796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58BFE-D5A2-4DE1-AE10-E942231D8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871E4-37DF-42CC-BCCE-0175E28E8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5BD8B-4DB0-46E7-A07A-99573E25A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A16E1-3646-45FF-A982-785073490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7E05D-2273-4CF5-BC0E-1F794A46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D515CD-0842-4D5F-B1A5-15AD384B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3E9DC-12A7-42D8-AF65-9346B023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17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2E5E-70BA-40EE-B31D-8E4C55C2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1869C-ED9E-420B-84C0-BCF2BBC0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0578D-DE07-4A5A-889E-C395B23D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CB01A-6F1C-4034-B8A5-1B9914C5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35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3B1FB-E3B7-41AA-8415-0D53B7AF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C1B51-32C3-45A8-8087-C1A7753A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39DD9-5AF4-49DD-B93B-4C00E7CF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94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A10F-E93F-4E7D-BDAE-DE2FC716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5E57E-6D33-4776-A420-E9212F8CB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757B0-7669-4238-AA73-73CF04E86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931B5-F7FE-4D6D-998D-111AB8F86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8EC7C-09B5-4183-B9D5-AEECEDE6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C98CB-93EE-4062-A084-3110754D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42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0B95-096D-4027-9B5E-3106D0D8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706C3-E285-4680-8C23-9FC062432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C0B1C-E897-48D2-BC6D-CD8C80D83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7F1DA-71E3-4DAB-B94C-EC46207F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390D2-EF73-4A0D-AC65-03DB33C36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5ACE1-2CA5-4876-8AF5-3D4D155D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1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16B3-8B40-4CF4-860E-FA9EF502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1FEC6-8BCD-4275-A40A-59EBB5A72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A5576-B74F-4C47-A06E-06AE6697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93612-2F3D-4B7B-B216-8D60098C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4B31E-1424-47D9-8115-79E51E70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91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64D91-C877-4E71-854A-400E1BD1B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7454D-7C3B-4ABF-8C37-4F764EAD2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E4F27-38D4-43B0-BD28-4CC41926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26842-E94E-49FD-979A-8E171570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5ED0-41EC-44E0-816A-549C7D1DA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62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E89DC-2A82-4D6A-9344-E04D830D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69A1-6BA1-4413-A844-70736DA1F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9494A-93EB-4DDF-930F-FB3AB48DC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3C14-19E5-4129-841F-0CFF8D3D941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10895-A521-4325-A1A9-026CF6C26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67042-7228-48E4-B346-24F2683A7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A4000-C6E3-4DEF-BA5D-E103BD859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23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5BB4-6026-4C10-848B-39C7ABEC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Field lines and Gaussian surfaces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6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ACE25-5D2E-4EB0-BBBA-C4047FD762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508000"/>
            <a:ext cx="101600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DBDEB8-FBAD-43DA-B2B2-B6512EB50C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508000"/>
            <a:ext cx="101600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23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0AB0C2-E4CB-45B9-8726-7A32181A1F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508000"/>
            <a:ext cx="101600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1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Field lines and Gaussian surfaces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lines and Gaussian surfaces</dc:title>
  <dc:creator>sneha lalwani</dc:creator>
  <cp:lastModifiedBy>sneha lalwani</cp:lastModifiedBy>
  <cp:revision>1</cp:revision>
  <dcterms:created xsi:type="dcterms:W3CDTF">2026-10-03T19:47:15Z</dcterms:created>
  <dcterms:modified xsi:type="dcterms:W3CDTF">2026-10-03T19:47:15Z</dcterms:modified>
</cp:coreProperties>
</file>